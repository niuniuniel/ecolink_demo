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1737360"/>
            <a:ext cx="54864" cy="15544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6916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EcoLink AI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Ecosystem Relationship Infrastructure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— MyHack 2026 KL  |  16–17 May 2026  |  Powered by Gemini + Google Cloud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once.  </a:t>
            </a:r>
            <a:pPr indent="0" marL="0">
              <a:buNone/>
            </a:pPr>
            <a:r>
              <a:rPr lang="en-US" sz="15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properly.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forever.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cohort, they start from zero.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530352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8191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 </a:t>
            </a:r>
            <a:pPr indent="0" marL="0"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manually every cycle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67128"/>
            <a:ext cx="3840480" cy="530352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Re-match  </a:t>
            </a:r>
            <a:pPr indent="0" marL="0"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 without memory of past fit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825496"/>
            <a:ext cx="3840480" cy="530352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89864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Re-assign  </a:t>
            </a:r>
            <a:pPr indent="0" marL="0"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as if they never existed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83864"/>
            <a:ext cx="3840480" cy="530352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5570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Re-build  </a:t>
            </a:r>
            <a:pPr indent="0" marL="0"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linkages from scratch each time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023360" cy="301752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6002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coordination limits scalability, creates operational bottlenecks, and stops ecosystem platforms from learning from previous engagements.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3337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owners, admins, mentors, companies, partners &amp; service providers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91440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isn't just matching.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1097280" y="2606040"/>
            <a:ext cx="6949440" cy="6858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280160" y="267004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relationships are not treated as first-class, reusable entities.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371600" y="34290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linkage is a one-off event.
</a:t>
            </a:r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memory. No governance. No reuse.
</a:t>
            </a:r>
            <a:pPr algn="ctr"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EcoLink AI changes that — by turning every relationship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governed, searchable, reusable system entity.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508760" cy="320040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150876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0058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1752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messy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extracts structured profiles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737360" y="1965960"/>
            <a:ext cx="246888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1984248" y="822960"/>
            <a:ext cx="1508760" cy="320040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84248" y="822960"/>
            <a:ext cx="150876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456" y="10058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84248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057400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ranks candidates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score + reasoning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029968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3493008" y="1965960"/>
            <a:ext cx="246888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3739896" y="822960"/>
            <a:ext cx="1508760" cy="320040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739896" y="822960"/>
            <a:ext cx="150876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00584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739896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813048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confirms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edge created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785616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5248656" y="1965960"/>
            <a:ext cx="246888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5495544" y="822960"/>
            <a:ext cx="1508760" cy="320040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95544" y="822960"/>
            <a:ext cx="150876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00584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495544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568696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Persistent, reusable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entity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541264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7004304" y="1965960"/>
            <a:ext cx="246888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dash"/>
          </a:ln>
        </p:spPr>
      </p:sp>
      <p:sp>
        <p:nvSpPr>
          <p:cNvPr id="32" name="Shape 26"/>
          <p:cNvSpPr/>
          <p:nvPr/>
        </p:nvSpPr>
        <p:spPr>
          <a:xfrm>
            <a:off x="7251192" y="822960"/>
            <a:ext cx="1508760" cy="320040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251192" y="822960"/>
            <a:ext cx="150876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005840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251192" y="1554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7324344" y="20116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cohort surfaces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prior links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296912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Shape 31"/>
          <p:cNvSpPr/>
          <p:nvPr/>
        </p:nvSpPr>
        <p:spPr>
          <a:xfrm>
            <a:off x="228600" y="4160520"/>
            <a:ext cx="8686800" cy="685800"/>
          </a:xfrm>
          <a:prstGeom prst="rect">
            <a:avLst/>
          </a:prstGeom>
          <a:solidFill>
            <a:srgbClr val="0D3D30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confirmed link becomes a </a:t>
            </a:r>
            <a:pPr algn="ctr"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graph relationship</a:t>
            </a:r>
            <a:pPr algn="ctr" indent="0" marL="0">
              <a:buNone/>
            </a:pPr>
            <a:r>
              <a:rPr lang="en-US" sz="14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ecosystem learns from every cohort.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20240" cy="1645920"/>
          </a:xfrm>
          <a:prstGeom prst="rect">
            <a:avLst/>
          </a:prstGeom>
          <a:solidFill>
            <a:srgbClr val="1A6B5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68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extraction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text/CSV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920240" cy="1645920"/>
          </a:xfrm>
          <a:prstGeom prst="rect">
            <a:avLst/>
          </a:prstGeom>
          <a:solidFill>
            <a:srgbClr val="1A5A6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868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ranking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match reasoning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1920240" cy="1645920"/>
          </a:xfrm>
          <a:prstGeom prst="rect">
            <a:avLst/>
          </a:prstGeom>
          <a:solidFill>
            <a:srgbClr val="3D1A6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68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Embeddings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cohort &amp; actor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777240"/>
            <a:ext cx="1920240" cy="1645920"/>
          </a:xfrm>
          <a:prstGeom prst="rect">
            <a:avLst/>
          </a:prstGeom>
          <a:solidFill>
            <a:srgbClr val="6B3D1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868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relationship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traversal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06040"/>
            <a:ext cx="8503920" cy="5486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88920"/>
            <a:ext cx="192024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34640"/>
            <a:ext cx="320040" cy="320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20040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004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 admin-approved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468880" y="2788920"/>
            <a:ext cx="192024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83464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468880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246888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schema + validation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617720" y="2788920"/>
            <a:ext cx="192024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834640"/>
            <a:ext cx="320040" cy="3200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617720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layer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61772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in Firebase Auth, not graph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766560" y="2788920"/>
            <a:ext cx="1920240" cy="146304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283464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66560" y="32004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AI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76656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shown per recommendation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320040" y="2487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AI SAFEGUARDS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TECHNOLOGY INTEGRATION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804672"/>
          </a:xfrm>
          <a:prstGeom prst="rect">
            <a:avLst/>
          </a:prstGeom>
          <a:solidFill>
            <a:srgbClr val="1E408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64008" cy="8046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AI layer — profile extraction, match reasoning, summaries. Not decorative: every feature flows through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8412480" cy="804672"/>
          </a:xfrm>
          <a:prstGeom prst="rect">
            <a:avLst/>
          </a:prstGeom>
          <a:solidFill>
            <a:srgbClr val="1E6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64792"/>
            <a:ext cx="64008" cy="8046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 Embeddings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between cohort support needs and actor capability profiles — beyond keyword matching.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8412480" cy="804672"/>
          </a:xfrm>
          <a:prstGeom prst="rect">
            <a:avLst/>
          </a:prstGeom>
          <a:solidFill>
            <a:srgbClr val="80402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24912"/>
            <a:ext cx="64008" cy="8046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788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layer for admins, mentors, and companies. Enables role-based access in production.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85032"/>
            <a:ext cx="8412480" cy="804672"/>
          </a:xfrm>
          <a:prstGeom prst="rect">
            <a:avLst/>
          </a:prstGeom>
          <a:solidFill>
            <a:srgbClr val="40208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85032"/>
            <a:ext cx="64008" cy="80467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49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deployment path. Autoscales to zero. Production-ready from day one of post-hackathon iteration.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11480" y="804672"/>
            <a:ext cx="2606040" cy="201168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04672"/>
            <a:ext cx="2606040" cy="640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45min → 5min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onboarding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804672"/>
            <a:ext cx="2606040" cy="201168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04672"/>
            <a:ext cx="260604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005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Minutes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4612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matching cycle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804672"/>
            <a:ext cx="2606040" cy="2011680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04672"/>
            <a:ext cx="260604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00584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100%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8076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history reuse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SaaS: RM 2,000–5,000/month per programme operator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Annual contract for national agencies (Cradle, MDEC, MRANTI)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Usage-based: AI processing cost pass-through at margin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White-label: Hosted on client's own Google Cloud project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compounds. Every programme makes the next one smarter.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7498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country = new node property. Zero structural change.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11480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417320"/>
            <a:ext cx="54864" cy="7498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721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Types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7647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 (investor, advisor) = new node label. Graph adapts.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411480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13432"/>
            <a:ext cx="54864" cy="7498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68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6609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Programme nodes. Historical edges persist and compound.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313432"/>
            <a:ext cx="411480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13432"/>
            <a:ext cx="54864" cy="7498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68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6090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profiles reduce repeat extraction. Flash model for most tasks.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09544"/>
            <a:ext cx="411480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09544"/>
            <a:ext cx="54864" cy="7498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5570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autoscales to zero. Pay only for actual usage.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09544"/>
            <a:ext cx="4114800" cy="749808"/>
          </a:xfrm>
          <a:prstGeom prst="rect">
            <a:avLst/>
          </a:prstGeom>
          <a:solidFill>
            <a:srgbClr val="0D2040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209544"/>
            <a:ext cx="54864" cy="74980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64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355701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cohorts = richer relationship memory = better future matches.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274320" y="731520"/>
            <a:ext cx="32004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0" y="822960"/>
            <a:ext cx="54864" cy="347472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749040" y="868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EcoLink AI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3749040" y="17830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rebuilding ecosystem relationships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E8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every cohort.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74904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compounding your network intelligence.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D2040"/>
          </a:solidFill>
          <a:ln w="12700">
            <a:solidFill>
              <a:srgbClr val="0D20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 ·  Vertex AI  ·  Firebase  ·  Google Cloud Run  ·  Neo4j  ·  Next.js  ·  FastAPI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EcoLink AI — MyHack 2026</dc:title>
  <dc:subject>PptxGenJS Presentation</dc:subject>
  <dc:creator>PptxGenJS</dc:creator>
  <cp:lastModifiedBy>PptxGenJS</cp:lastModifiedBy>
  <cp:revision>1</cp:revision>
  <dcterms:created xsi:type="dcterms:W3CDTF">2026-05-16T14:43:33Z</dcterms:created>
  <dcterms:modified xsi:type="dcterms:W3CDTF">2026-05-16T14:43:33Z</dcterms:modified>
</cp:coreProperties>
</file>